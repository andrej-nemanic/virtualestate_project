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>
        <p:scale>
          <a:sx n="75" d="100"/>
          <a:sy n="75" d="100"/>
        </p:scale>
        <p:origin x="2098" y="13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I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I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88E7-7615-EC37-D841-514F5A9639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VirtualEstate</a:t>
            </a:r>
            <a:r>
              <a:rPr lang="en-GB" dirty="0"/>
              <a:t> DSL</a:t>
            </a:r>
            <a:endParaRPr lang="en-S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BF2FB-FF10-92A4-2B46-98E3AFAE70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NIK ŠIGNJAR ŽILAVEC</a:t>
            </a:r>
          </a:p>
          <a:p>
            <a:r>
              <a:rPr lang="en-GB" dirty="0"/>
              <a:t>ANDREJ NEMANIČ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648704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A6681-E3CB-1EAC-1116-6C52686E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 </a:t>
            </a:r>
            <a:r>
              <a:rPr lang="en-GB" dirty="0" err="1"/>
              <a:t>projektu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300B-D200-595C-B788-FDB78AB58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Osnovna</a:t>
            </a:r>
            <a:r>
              <a:rPr lang="en-GB" dirty="0"/>
              <a:t> </a:t>
            </a:r>
            <a:r>
              <a:rPr lang="en-GB" dirty="0" err="1"/>
              <a:t>ideja</a:t>
            </a:r>
            <a:r>
              <a:rPr lang="en-GB" dirty="0"/>
              <a:t> </a:t>
            </a:r>
            <a:r>
              <a:rPr lang="en-GB" dirty="0" err="1"/>
              <a:t>projekta</a:t>
            </a:r>
            <a:r>
              <a:rPr lang="en-GB" dirty="0"/>
              <a:t> je </a:t>
            </a:r>
            <a:r>
              <a:rPr lang="en-GB" dirty="0" err="1"/>
              <a:t>hranjenje</a:t>
            </a:r>
            <a:r>
              <a:rPr lang="en-GB" dirty="0"/>
              <a:t> </a:t>
            </a:r>
            <a:r>
              <a:rPr lang="en-GB" dirty="0" err="1"/>
              <a:t>podatkov</a:t>
            </a:r>
            <a:r>
              <a:rPr lang="en-GB" dirty="0"/>
              <a:t> o </a:t>
            </a:r>
            <a:r>
              <a:rPr lang="en-GB" dirty="0" err="1"/>
              <a:t>nepremičninah</a:t>
            </a:r>
            <a:r>
              <a:rPr lang="en-GB" dirty="0"/>
              <a:t>,</a:t>
            </a:r>
          </a:p>
          <a:p>
            <a:r>
              <a:rPr lang="en-GB" dirty="0" err="1"/>
              <a:t>Podatki</a:t>
            </a:r>
            <a:r>
              <a:rPr lang="en-GB" dirty="0"/>
              <a:t> </a:t>
            </a:r>
            <a:r>
              <a:rPr lang="en-GB" dirty="0" err="1"/>
              <a:t>pridobljeni</a:t>
            </a:r>
            <a:r>
              <a:rPr lang="en-GB" dirty="0"/>
              <a:t> </a:t>
            </a:r>
            <a:r>
              <a:rPr lang="en-GB" dirty="0" err="1"/>
              <a:t>iz</a:t>
            </a:r>
            <a:r>
              <a:rPr lang="en-GB" dirty="0"/>
              <a:t> </a:t>
            </a:r>
            <a:r>
              <a:rPr lang="en-GB" dirty="0" err="1"/>
              <a:t>raznih</a:t>
            </a:r>
            <a:r>
              <a:rPr lang="en-GB" dirty="0"/>
              <a:t> </a:t>
            </a:r>
            <a:r>
              <a:rPr lang="en-GB" dirty="0" err="1"/>
              <a:t>spletnih</a:t>
            </a:r>
            <a:r>
              <a:rPr lang="en-GB" dirty="0"/>
              <a:t> </a:t>
            </a:r>
            <a:r>
              <a:rPr lang="en-GB" dirty="0" err="1"/>
              <a:t>virov</a:t>
            </a:r>
            <a:r>
              <a:rPr lang="en-GB" dirty="0"/>
              <a:t>,</a:t>
            </a:r>
          </a:p>
          <a:p>
            <a:r>
              <a:rPr lang="en-GB" dirty="0" err="1"/>
              <a:t>Podatke</a:t>
            </a:r>
            <a:r>
              <a:rPr lang="en-GB" dirty="0"/>
              <a:t> </a:t>
            </a:r>
            <a:r>
              <a:rPr lang="en-GB" dirty="0" err="1"/>
              <a:t>hranimo</a:t>
            </a:r>
            <a:r>
              <a:rPr lang="en-GB" dirty="0"/>
              <a:t> v </a:t>
            </a:r>
            <a:r>
              <a:rPr lang="en-GB" dirty="0" err="1"/>
              <a:t>bazi</a:t>
            </a:r>
            <a:r>
              <a:rPr lang="en-GB" dirty="0"/>
              <a:t>,</a:t>
            </a:r>
          </a:p>
          <a:p>
            <a:r>
              <a:rPr lang="en-GB" dirty="0" err="1"/>
              <a:t>Podatki</a:t>
            </a:r>
            <a:r>
              <a:rPr lang="en-GB" dirty="0"/>
              <a:t> </a:t>
            </a:r>
            <a:r>
              <a:rPr lang="en-GB" dirty="0" err="1"/>
              <a:t>prikazani</a:t>
            </a:r>
            <a:r>
              <a:rPr lang="en-GB" dirty="0"/>
              <a:t> </a:t>
            </a:r>
            <a:r>
              <a:rPr lang="en-GB" dirty="0" err="1"/>
              <a:t>uporabnikom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zemljevidu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91C89-7AFE-F2AA-D263-6DB8C7E0D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45" y="2692401"/>
            <a:ext cx="3001989" cy="323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2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ADDFF-E123-A5A8-110A-3A7E89A6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Tipi </a:t>
            </a:r>
            <a:r>
              <a:rPr lang="en-GB" dirty="0" err="1"/>
              <a:t>jezika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08E03-2BF5-5EF9-1C90-1DBCD5DE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Za </a:t>
            </a:r>
            <a:r>
              <a:rPr lang="en-GB" dirty="0" err="1"/>
              <a:t>hranjenje</a:t>
            </a:r>
            <a:r>
              <a:rPr lang="en-GB" dirty="0"/>
              <a:t> </a:t>
            </a:r>
            <a:r>
              <a:rPr lang="en-GB" dirty="0" err="1"/>
              <a:t>podatkov</a:t>
            </a:r>
            <a:r>
              <a:rPr lang="en-GB" dirty="0"/>
              <a:t> o </a:t>
            </a:r>
            <a:r>
              <a:rPr lang="en-GB" dirty="0" err="1"/>
              <a:t>nepremičninah</a:t>
            </a:r>
            <a:r>
              <a:rPr lang="en-GB" dirty="0"/>
              <a:t> </a:t>
            </a:r>
            <a:r>
              <a:rPr lang="en-GB" dirty="0" err="1"/>
              <a:t>smo</a:t>
            </a:r>
            <a:r>
              <a:rPr lang="en-GB" dirty="0"/>
              <a:t> </a:t>
            </a:r>
            <a:r>
              <a:rPr lang="en-GB" dirty="0" err="1"/>
              <a:t>potrebovali</a:t>
            </a:r>
            <a:r>
              <a:rPr lang="en-GB" dirty="0"/>
              <a:t> </a:t>
            </a:r>
            <a:r>
              <a:rPr lang="en-GB" dirty="0" err="1"/>
              <a:t>naslednje</a:t>
            </a:r>
            <a:r>
              <a:rPr lang="en-GB" dirty="0"/>
              <a:t> </a:t>
            </a:r>
            <a:r>
              <a:rPr lang="en-GB" dirty="0" err="1"/>
              <a:t>tipe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Realna</a:t>
            </a:r>
            <a:r>
              <a:rPr lang="en-GB" dirty="0"/>
              <a:t> </a:t>
            </a:r>
            <a:r>
              <a:rPr lang="en-GB" dirty="0" err="1"/>
              <a:t>števila</a:t>
            </a:r>
            <a:r>
              <a:rPr lang="en-GB" dirty="0"/>
              <a:t> (</a:t>
            </a:r>
            <a:r>
              <a:rPr lang="en-GB" dirty="0" err="1"/>
              <a:t>cene</a:t>
            </a:r>
            <a:r>
              <a:rPr lang="en-GB" dirty="0"/>
              <a:t>, </a:t>
            </a:r>
            <a:r>
              <a:rPr lang="en-GB" dirty="0" err="1"/>
              <a:t>kvadratura</a:t>
            </a:r>
            <a:r>
              <a:rPr lang="en-GB" dirty="0"/>
              <a:t>, </a:t>
            </a:r>
            <a:r>
              <a:rPr lang="en-GB" dirty="0" err="1"/>
              <a:t>koordinate</a:t>
            </a:r>
            <a:r>
              <a:rPr lang="en-GB" dirty="0"/>
              <a:t>…),</a:t>
            </a:r>
          </a:p>
          <a:p>
            <a:pPr lvl="1"/>
            <a:r>
              <a:rPr lang="en-GB" dirty="0" err="1"/>
              <a:t>Nize</a:t>
            </a:r>
            <a:r>
              <a:rPr lang="en-GB" dirty="0"/>
              <a:t> (</a:t>
            </a:r>
            <a:r>
              <a:rPr lang="en-GB" dirty="0" err="1"/>
              <a:t>npr</a:t>
            </a:r>
            <a:r>
              <a:rPr lang="en-GB" dirty="0"/>
              <a:t>. Imena </a:t>
            </a:r>
            <a:r>
              <a:rPr lang="en-GB" dirty="0" err="1"/>
              <a:t>mest</a:t>
            </a:r>
            <a:r>
              <a:rPr lang="en-GB" dirty="0"/>
              <a:t>, </a:t>
            </a:r>
            <a:r>
              <a:rPr lang="en-GB" dirty="0" err="1"/>
              <a:t>opisi</a:t>
            </a:r>
            <a:r>
              <a:rPr lang="en-GB" dirty="0"/>
              <a:t>),</a:t>
            </a:r>
          </a:p>
          <a:p>
            <a:pPr lvl="1"/>
            <a:r>
              <a:rPr lang="en-GB" dirty="0" err="1"/>
              <a:t>Logične</a:t>
            </a:r>
            <a:r>
              <a:rPr lang="en-GB" dirty="0"/>
              <a:t> </a:t>
            </a:r>
            <a:r>
              <a:rPr lang="en-GB" dirty="0" err="1"/>
              <a:t>vrednosti</a:t>
            </a:r>
            <a:r>
              <a:rPr lang="en-GB" dirty="0"/>
              <a:t> (</a:t>
            </a:r>
            <a:r>
              <a:rPr lang="en-GB" dirty="0" err="1"/>
              <a:t>validacija</a:t>
            </a:r>
            <a:r>
              <a:rPr lang="en-GB" dirty="0"/>
              <a:t>),</a:t>
            </a:r>
          </a:p>
          <a:p>
            <a:pPr lvl="1"/>
            <a:r>
              <a:rPr lang="en-GB" dirty="0" err="1"/>
              <a:t>Točke</a:t>
            </a:r>
            <a:r>
              <a:rPr lang="en-GB" dirty="0"/>
              <a:t> </a:t>
            </a:r>
            <a:r>
              <a:rPr lang="en-GB" dirty="0" err="1"/>
              <a:t>geografske</a:t>
            </a:r>
            <a:r>
              <a:rPr lang="en-GB" dirty="0"/>
              <a:t> </a:t>
            </a:r>
            <a:r>
              <a:rPr lang="en-GB" dirty="0" err="1"/>
              <a:t>širine</a:t>
            </a:r>
            <a:r>
              <a:rPr lang="en-GB" dirty="0"/>
              <a:t> in </a:t>
            </a:r>
            <a:r>
              <a:rPr lang="en-GB" dirty="0" err="1"/>
              <a:t>dolžine</a:t>
            </a:r>
            <a:r>
              <a:rPr lang="en-GB" dirty="0"/>
              <a:t>,</a:t>
            </a:r>
          </a:p>
          <a:p>
            <a:pPr lvl="1"/>
            <a:r>
              <a:rPr lang="en-GB" dirty="0" err="1"/>
              <a:t>Enoto</a:t>
            </a:r>
            <a:r>
              <a:rPr lang="en-GB" dirty="0"/>
              <a:t> </a:t>
            </a:r>
            <a:r>
              <a:rPr lang="en-GB" dirty="0" err="1"/>
              <a:t>kot</a:t>
            </a:r>
            <a:r>
              <a:rPr lang="en-GB" dirty="0"/>
              <a:t> </a:t>
            </a:r>
            <a:r>
              <a:rPr lang="en-GB" dirty="0" err="1"/>
              <a:t>nevtralni</a:t>
            </a:r>
            <a:r>
              <a:rPr lang="en-GB" dirty="0"/>
              <a:t> element (nil).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68883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F6F-DC78-90EC-B61A-42292583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Strukturni</a:t>
            </a:r>
            <a:r>
              <a:rPr lang="en-GB" dirty="0"/>
              <a:t> </a:t>
            </a:r>
            <a:r>
              <a:rPr lang="en-GB" dirty="0" err="1"/>
              <a:t>bloki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82DA-6A2B-BAE3-47F6-AB7525D44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Uporabljeni </a:t>
            </a:r>
            <a:r>
              <a:rPr lang="en-GB" dirty="0" err="1"/>
              <a:t>bloki</a:t>
            </a:r>
            <a:r>
              <a:rPr lang="en-GB" dirty="0"/>
              <a:t>:</a:t>
            </a:r>
            <a:endParaRPr lang="en-S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8B5CE6-2887-4471-CD5A-4EB808B5B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32" y="4809158"/>
            <a:ext cx="3515216" cy="8478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AA9CE4-C738-EAFA-5A5F-3D0E69B1F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432" y="3771171"/>
            <a:ext cx="3762900" cy="838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69D05D-7A99-CAD4-050F-42AE4692F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432" y="2705766"/>
            <a:ext cx="339137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7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8CA2E-53B1-CAC1-E0C2-20EE957F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Lastnosti</a:t>
            </a:r>
            <a:r>
              <a:rPr lang="en-GB" dirty="0"/>
              <a:t> estate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452B1-6B7F-6446-F79A-C1DDEA5B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Blok estate (</a:t>
            </a:r>
            <a:r>
              <a:rPr lang="en-GB" dirty="0" err="1"/>
              <a:t>kot</a:t>
            </a:r>
            <a:r>
              <a:rPr lang="en-GB" dirty="0"/>
              <a:t> </a:t>
            </a:r>
            <a:r>
              <a:rPr lang="en-GB" dirty="0" err="1"/>
              <a:t>blok</a:t>
            </a:r>
            <a:r>
              <a:rPr lang="en-GB" dirty="0"/>
              <a:t> za </a:t>
            </a:r>
            <a:r>
              <a:rPr lang="en-GB" dirty="0" err="1"/>
              <a:t>nepremičnino</a:t>
            </a:r>
            <a:r>
              <a:rPr lang="en-GB" dirty="0"/>
              <a:t>) </a:t>
            </a:r>
            <a:r>
              <a:rPr lang="en-GB" dirty="0" err="1"/>
              <a:t>vsebuje</a:t>
            </a:r>
            <a:r>
              <a:rPr lang="en-GB" dirty="0"/>
              <a:t> </a:t>
            </a:r>
            <a:r>
              <a:rPr lang="en-GB" dirty="0" err="1"/>
              <a:t>naslednje</a:t>
            </a:r>
            <a:r>
              <a:rPr lang="en-GB" dirty="0"/>
              <a:t> </a:t>
            </a:r>
            <a:r>
              <a:rPr lang="en-GB" dirty="0" err="1"/>
              <a:t>lastnosti</a:t>
            </a:r>
            <a:r>
              <a:rPr lang="en-GB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A1BFE3-F4DA-0BF9-92FB-793B446F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46" y="2617421"/>
            <a:ext cx="7828651" cy="401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3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0C2B-484C-1D0C-6C25-8D120379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Geometrijski</a:t>
            </a:r>
            <a:r>
              <a:rPr lang="en-GB" dirty="0"/>
              <a:t> </a:t>
            </a:r>
            <a:r>
              <a:rPr lang="en-GB" dirty="0" err="1"/>
              <a:t>ukazi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6103C-581D-0F7B-7E69-0DB41676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Jezik </a:t>
            </a:r>
            <a:r>
              <a:rPr lang="en-GB" dirty="0" err="1"/>
              <a:t>omogoča</a:t>
            </a:r>
            <a:r>
              <a:rPr lang="en-GB" dirty="0"/>
              <a:t> </a:t>
            </a:r>
            <a:r>
              <a:rPr lang="en-GB" dirty="0" err="1"/>
              <a:t>geometrijske</a:t>
            </a:r>
            <a:r>
              <a:rPr lang="en-GB" dirty="0"/>
              <a:t> ukase za </a:t>
            </a:r>
            <a:r>
              <a:rPr lang="en-GB" dirty="0" err="1"/>
              <a:t>izris</a:t>
            </a:r>
            <a:r>
              <a:rPr lang="en-GB" dirty="0"/>
              <a:t> parcel:</a:t>
            </a:r>
          </a:p>
          <a:p>
            <a:pPr lvl="1"/>
            <a:r>
              <a:rPr lang="en-GB" dirty="0" err="1"/>
              <a:t>Izris</a:t>
            </a:r>
            <a:r>
              <a:rPr lang="en-GB" dirty="0"/>
              <a:t> </a:t>
            </a:r>
            <a:r>
              <a:rPr lang="en-GB" dirty="0" err="1"/>
              <a:t>črte</a:t>
            </a:r>
            <a:r>
              <a:rPr lang="en-GB" dirty="0"/>
              <a:t>: line (TOČKA, TOČKA),</a:t>
            </a:r>
          </a:p>
          <a:p>
            <a:pPr lvl="1"/>
            <a:r>
              <a:rPr lang="en-GB" dirty="0" err="1"/>
              <a:t>Izris</a:t>
            </a:r>
            <a:r>
              <a:rPr lang="en-GB" dirty="0"/>
              <a:t> </a:t>
            </a:r>
            <a:r>
              <a:rPr lang="en-GB" dirty="0" err="1"/>
              <a:t>pravokotnika</a:t>
            </a:r>
            <a:r>
              <a:rPr lang="en-GB" dirty="0"/>
              <a:t>: box(TOČKA, TOČKA),</a:t>
            </a:r>
          </a:p>
          <a:p>
            <a:pPr lvl="1"/>
            <a:r>
              <a:rPr lang="en-GB" dirty="0" err="1"/>
              <a:t>Izris</a:t>
            </a:r>
            <a:r>
              <a:rPr lang="en-GB" dirty="0"/>
              <a:t> </a:t>
            </a:r>
            <a:r>
              <a:rPr lang="en-GB" dirty="0" err="1"/>
              <a:t>krivulje</a:t>
            </a:r>
            <a:r>
              <a:rPr lang="en-GB" dirty="0"/>
              <a:t>: bend (TOČKA, TOČKA, KOT).</a:t>
            </a:r>
            <a:endParaRPr lang="en-S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D0A4D-81B4-DFD4-7F99-D73D97FC0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379" y="3972560"/>
            <a:ext cx="5275186" cy="2550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A63D9-D0E5-B7AE-C58D-98C0B823B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93" y="3972560"/>
            <a:ext cx="3391373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0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EBF4-691F-6FEE-2B75-19932EAD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Dodatni</a:t>
            </a:r>
            <a:r>
              <a:rPr lang="en-GB" dirty="0"/>
              <a:t> </a:t>
            </a:r>
            <a:r>
              <a:rPr lang="en-GB" dirty="0" err="1"/>
              <a:t>konstrukti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2D07D-9622-38EB-9A87-3C2F434B3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Uporaba</a:t>
            </a:r>
            <a:r>
              <a:rPr lang="en-GB" dirty="0"/>
              <a:t> let,</a:t>
            </a:r>
          </a:p>
          <a:p>
            <a:r>
              <a:rPr lang="en-GB" dirty="0" err="1"/>
              <a:t>Matematični</a:t>
            </a:r>
            <a:r>
              <a:rPr lang="en-GB" dirty="0"/>
              <a:t> </a:t>
            </a:r>
            <a:r>
              <a:rPr lang="en-GB" dirty="0" err="1"/>
              <a:t>izrazi</a:t>
            </a:r>
            <a:r>
              <a:rPr lang="en-GB" dirty="0"/>
              <a:t>,</a:t>
            </a:r>
          </a:p>
          <a:p>
            <a:r>
              <a:rPr lang="en-GB" dirty="0" err="1"/>
              <a:t>Validacije</a:t>
            </a:r>
            <a:r>
              <a:rPr lang="en-GB" dirty="0"/>
              <a:t> (price &lt;= 0 in size &lt;= 0 </a:t>
            </a:r>
            <a:r>
              <a:rPr lang="en-GB" dirty="0" err="1"/>
              <a:t>napaka</a:t>
            </a:r>
            <a:r>
              <a:rPr lang="en-GB" dirty="0"/>
              <a:t>, </a:t>
            </a:r>
            <a:r>
              <a:rPr lang="en-GB" dirty="0" err="1"/>
              <a:t>prekrivanje</a:t>
            </a:r>
            <a:r>
              <a:rPr lang="en-GB" dirty="0"/>
              <a:t> parcel, </a:t>
            </a:r>
            <a:r>
              <a:rPr lang="en-GB" dirty="0" err="1"/>
              <a:t>nezaprti</a:t>
            </a:r>
            <a:r>
              <a:rPr lang="en-GB" dirty="0"/>
              <a:t> </a:t>
            </a:r>
            <a:r>
              <a:rPr lang="en-GB" dirty="0" err="1"/>
              <a:t>poligoni</a:t>
            </a:r>
            <a:r>
              <a:rPr lang="en-GB" dirty="0"/>
              <a:t>)</a:t>
            </a:r>
          </a:p>
          <a:p>
            <a:r>
              <a:rPr lang="en-GB" dirty="0" err="1"/>
              <a:t>Komentarji</a:t>
            </a:r>
            <a:r>
              <a:rPr lang="en-GB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9B7ACF-2722-2AF9-DB52-504D5FA2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413" y="4150658"/>
            <a:ext cx="4182059" cy="533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80BA3D-04FE-4B13-C78E-62FE0DAD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413" y="4923264"/>
            <a:ext cx="5401429" cy="543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CCA412-5F6B-0DD0-AC12-53CA3E431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413" y="5743016"/>
            <a:ext cx="3477110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61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2C87-B8B6-51BC-C29E-5C9014ABB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Primer </a:t>
            </a:r>
            <a:r>
              <a:rPr lang="en-GB" dirty="0" err="1"/>
              <a:t>programa</a:t>
            </a:r>
            <a:endParaRPr lang="en-SI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F7747D-E041-7FB7-8F0D-AD1AD3A26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3624" y="1534344"/>
            <a:ext cx="4163104" cy="31099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6624BF-6359-5AC5-EB2C-3E8FED33B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534344"/>
            <a:ext cx="4625127" cy="482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9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D68D-5F5B-721D-0E56-D846FF88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Ključne BNF produkcije</a:t>
            </a:r>
            <a:endParaRPr lang="en-SI" dirty="0"/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7C69F510-166D-CA13-103D-D37A9186B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383" y="4270134"/>
            <a:ext cx="5807995" cy="1185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AA431C-0DFE-A11F-D760-93F0C4F3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83" y="1617796"/>
            <a:ext cx="4654089" cy="10833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4B341B-EDAE-0403-B808-511F81F23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83" y="2758058"/>
            <a:ext cx="4359202" cy="14552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C0A7B9-5792-2061-68AB-A596B69E0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83" y="5512965"/>
            <a:ext cx="5577214" cy="117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65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1F6A-1032-A2A9-6592-E4C605E5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Leksikalni</a:t>
            </a:r>
            <a:r>
              <a:rPr lang="en-GB" dirty="0"/>
              <a:t> </a:t>
            </a:r>
            <a:r>
              <a:rPr lang="en-GB" dirty="0" err="1"/>
              <a:t>analizator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6A25-6FCF-DE42-F135-C84CFD985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Lekserk</a:t>
            </a:r>
            <a:r>
              <a:rPr lang="en-GB" dirty="0"/>
              <a:t> </a:t>
            </a:r>
            <a:r>
              <a:rPr lang="en-GB" dirty="0" err="1"/>
              <a:t>uporablja</a:t>
            </a:r>
            <a:r>
              <a:rPr lang="en-GB" dirty="0"/>
              <a:t> </a:t>
            </a:r>
            <a:r>
              <a:rPr lang="en-GB" dirty="0" err="1"/>
              <a:t>tabelo</a:t>
            </a:r>
            <a:r>
              <a:rPr lang="en-GB" dirty="0"/>
              <a:t> </a:t>
            </a:r>
            <a:r>
              <a:rPr lang="en-GB" dirty="0" err="1"/>
              <a:t>prehodov</a:t>
            </a:r>
            <a:r>
              <a:rPr lang="en-GB" dirty="0"/>
              <a:t>, </a:t>
            </a:r>
            <a:r>
              <a:rPr lang="en-GB" dirty="0" err="1"/>
              <a:t>brez</a:t>
            </a:r>
            <a:r>
              <a:rPr lang="en-GB" dirty="0"/>
              <a:t> </a:t>
            </a:r>
            <a:r>
              <a:rPr lang="en-GB" dirty="0" err="1"/>
              <a:t>regularnih</a:t>
            </a:r>
            <a:r>
              <a:rPr lang="en-GB" dirty="0"/>
              <a:t> </a:t>
            </a:r>
            <a:r>
              <a:rPr lang="en-GB" dirty="0" err="1"/>
              <a:t>izrazov</a:t>
            </a:r>
            <a:r>
              <a:rPr lang="en-GB" dirty="0"/>
              <a:t>,</a:t>
            </a:r>
          </a:p>
          <a:p>
            <a:r>
              <a:rPr lang="en-GB" dirty="0" err="1"/>
              <a:t>Presledki</a:t>
            </a:r>
            <a:r>
              <a:rPr lang="en-GB" dirty="0"/>
              <a:t> in </a:t>
            </a:r>
            <a:r>
              <a:rPr lang="en-GB" dirty="0" err="1"/>
              <a:t>komentarji</a:t>
            </a:r>
            <a:r>
              <a:rPr lang="en-GB" dirty="0"/>
              <a:t> se </a:t>
            </a:r>
            <a:r>
              <a:rPr lang="en-GB" dirty="0" err="1"/>
              <a:t>ignorirajo</a:t>
            </a:r>
            <a:r>
              <a:rPr lang="en-GB" dirty="0"/>
              <a:t>,</a:t>
            </a:r>
          </a:p>
          <a:p>
            <a:r>
              <a:rPr lang="en-GB" dirty="0" err="1"/>
              <a:t>Ključne</a:t>
            </a:r>
            <a:r>
              <a:rPr lang="en-GB" dirty="0"/>
              <a:t> </a:t>
            </a:r>
            <a:r>
              <a:rPr lang="en-GB" dirty="0" err="1"/>
              <a:t>besede</a:t>
            </a:r>
            <a:r>
              <a:rPr lang="en-GB" dirty="0"/>
              <a:t> so </a:t>
            </a:r>
            <a:r>
              <a:rPr lang="en-GB" dirty="0" err="1"/>
              <a:t>vgrajene</a:t>
            </a:r>
            <a:r>
              <a:rPr lang="en-GB" dirty="0"/>
              <a:t> </a:t>
            </a:r>
            <a:r>
              <a:rPr lang="en-GB" dirty="0" err="1"/>
              <a:t>kot</a:t>
            </a:r>
            <a:r>
              <a:rPr lang="en-GB" dirty="0"/>
              <a:t> </a:t>
            </a:r>
            <a:r>
              <a:rPr lang="en-GB" dirty="0" err="1"/>
              <a:t>poti</a:t>
            </a:r>
            <a:r>
              <a:rPr lang="en-GB" dirty="0"/>
              <a:t> v </a:t>
            </a:r>
            <a:r>
              <a:rPr lang="en-GB" dirty="0" err="1"/>
              <a:t>avtomatu</a:t>
            </a:r>
            <a:r>
              <a:rPr lang="en-GB" dirty="0"/>
              <a:t>.</a:t>
            </a:r>
          </a:p>
          <a:p>
            <a:endParaRPr lang="en-S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B432A-1ED5-BFF4-3BD0-41BCAD32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60" y="3302005"/>
            <a:ext cx="4259012" cy="3420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E95DC-8A4E-7981-768A-DC35FE083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552" y="3302004"/>
            <a:ext cx="3297688" cy="34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9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7010-9841-4047-E01A-867AC67DD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Sintaktični</a:t>
            </a:r>
            <a:r>
              <a:rPr lang="en-GB" dirty="0"/>
              <a:t> </a:t>
            </a:r>
            <a:r>
              <a:rPr lang="en-GB" dirty="0" err="1"/>
              <a:t>analizator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5252-7BE8-9487-258F-9021E756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Sintaktični</a:t>
            </a:r>
            <a:r>
              <a:rPr lang="en-GB" dirty="0"/>
              <a:t> </a:t>
            </a:r>
            <a:r>
              <a:rPr lang="en-GB" dirty="0" err="1"/>
              <a:t>analizator</a:t>
            </a:r>
            <a:r>
              <a:rPr lang="en-GB" dirty="0"/>
              <a:t> </a:t>
            </a:r>
            <a:r>
              <a:rPr lang="en-GB" dirty="0" err="1"/>
              <a:t>prejme</a:t>
            </a:r>
            <a:r>
              <a:rPr lang="en-GB" dirty="0"/>
              <a:t> </a:t>
            </a:r>
            <a:r>
              <a:rPr lang="en-GB" dirty="0" err="1"/>
              <a:t>seznam</a:t>
            </a:r>
            <a:r>
              <a:rPr lang="en-GB" dirty="0"/>
              <a:t> </a:t>
            </a:r>
            <a:r>
              <a:rPr lang="en-GB" dirty="0" err="1"/>
              <a:t>tokenov</a:t>
            </a:r>
            <a:r>
              <a:rPr lang="en-GB" dirty="0"/>
              <a:t> </a:t>
            </a:r>
            <a:r>
              <a:rPr lang="en-GB" dirty="0" err="1"/>
              <a:t>iz</a:t>
            </a:r>
            <a:r>
              <a:rPr lang="en-GB" dirty="0"/>
              <a:t> </a:t>
            </a:r>
            <a:r>
              <a:rPr lang="en-GB" dirty="0" err="1"/>
              <a:t>lekserja</a:t>
            </a:r>
            <a:r>
              <a:rPr lang="en-GB" dirty="0"/>
              <a:t>,</a:t>
            </a:r>
          </a:p>
          <a:p>
            <a:r>
              <a:rPr lang="en-GB" dirty="0" err="1"/>
              <a:t>Sprehaja</a:t>
            </a:r>
            <a:r>
              <a:rPr lang="en-GB" dirty="0"/>
              <a:t> se s </a:t>
            </a:r>
            <a:r>
              <a:rPr lang="en-GB" dirty="0" err="1"/>
              <a:t>pogledom</a:t>
            </a:r>
            <a:r>
              <a:rPr lang="en-GB" dirty="0"/>
              <a:t> </a:t>
            </a:r>
            <a:r>
              <a:rPr lang="en-GB" dirty="0" err="1"/>
              <a:t>vnaprej</a:t>
            </a:r>
            <a:r>
              <a:rPr lang="en-GB" dirty="0"/>
              <a:t> po </a:t>
            </a:r>
            <a:r>
              <a:rPr lang="en-GB" dirty="0" err="1"/>
              <a:t>drevesu</a:t>
            </a:r>
            <a:r>
              <a:rPr lang="en-GB" dirty="0"/>
              <a:t>,</a:t>
            </a:r>
          </a:p>
          <a:p>
            <a:r>
              <a:rPr lang="en-GB" dirty="0"/>
              <a:t>Med </a:t>
            </a:r>
            <a:r>
              <a:rPr lang="en-GB" dirty="0" err="1"/>
              <a:t>razpoznavanjem</a:t>
            </a:r>
            <a:r>
              <a:rPr lang="en-GB" dirty="0"/>
              <a:t> </a:t>
            </a:r>
            <a:r>
              <a:rPr lang="en-GB" dirty="0" err="1"/>
              <a:t>grati</a:t>
            </a:r>
            <a:r>
              <a:rPr lang="en-GB" dirty="0"/>
              <a:t> AST,</a:t>
            </a:r>
          </a:p>
          <a:p>
            <a:r>
              <a:rPr lang="en-GB" dirty="0" err="1"/>
              <a:t>Prednost</a:t>
            </a:r>
            <a:r>
              <a:rPr lang="en-GB" dirty="0"/>
              <a:t> </a:t>
            </a:r>
            <a:r>
              <a:rPr lang="en-GB" dirty="0" err="1"/>
              <a:t>operatorjev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10A8B-0E33-4DEC-0966-6BBB085B5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149330"/>
            <a:ext cx="3976687" cy="325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9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100F-64E4-9FDC-780E-D1FE7744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AST </a:t>
            </a:r>
            <a:r>
              <a:rPr lang="en-GB" dirty="0" err="1"/>
              <a:t>drevo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5373-28D4-2AF2-6D90-4AD19D9BE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E0DD3-CFB1-04F5-9BD9-32A401040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73" y="1390302"/>
            <a:ext cx="7216487" cy="2505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23D8B7-DA9C-E937-305C-3C183EFEE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1" y="3993764"/>
            <a:ext cx="3620005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292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1AA9-2493-CD1D-B4C1-AF0669367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GeoJSON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3C34-D39F-C9A5-0D0E-E4AFE0BAF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63B43-627B-1F7E-9FDF-99080FF5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7" y="1718599"/>
            <a:ext cx="8758074" cy="2569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F2422A-CB53-FBEE-5F30-22E5442F6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39" y="4451943"/>
            <a:ext cx="3285744" cy="22047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CA423C-766A-A3A7-1810-DAE6A37C1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608" y="4451943"/>
            <a:ext cx="3787596" cy="220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81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25F4-752C-CB00-621F-E7F84FF5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998" y="2728735"/>
            <a:ext cx="9404723" cy="1400530"/>
          </a:xfrm>
        </p:spPr>
        <p:txBody>
          <a:bodyPr/>
          <a:lstStyle/>
          <a:p>
            <a:r>
              <a:rPr lang="en-GB" sz="7200" dirty="0"/>
              <a:t>Hvala za </a:t>
            </a:r>
            <a:r>
              <a:rPr lang="en-GB" sz="7200" dirty="0" err="1"/>
              <a:t>pozornost</a:t>
            </a:r>
            <a:r>
              <a:rPr lang="en-GB" sz="7200" dirty="0"/>
              <a:t>!</a:t>
            </a:r>
            <a:endParaRPr lang="en-SI" sz="7200" dirty="0"/>
          </a:p>
        </p:txBody>
      </p:sp>
    </p:spTree>
    <p:extLst>
      <p:ext uri="{BB962C8B-B14F-4D97-AF65-F5344CB8AC3E}">
        <p14:creationId xmlns:p14="http://schemas.microsoft.com/office/powerpoint/2010/main" val="1557993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</TotalTime>
  <Words>233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VirtualEstate DSL</vt:lpstr>
      <vt:lpstr>O projektu</vt:lpstr>
      <vt:lpstr>Tipi jezika</vt:lpstr>
      <vt:lpstr>Strukturni bloki</vt:lpstr>
      <vt:lpstr>Lastnosti estate</vt:lpstr>
      <vt:lpstr>Geometrijski ukazi</vt:lpstr>
      <vt:lpstr>Dodatni konstrukti</vt:lpstr>
      <vt:lpstr>Primer programa</vt:lpstr>
      <vt:lpstr>Ključne BNF produkcije</vt:lpstr>
      <vt:lpstr>Leksikalni analizator</vt:lpstr>
      <vt:lpstr>Sintaktični analizator</vt:lpstr>
      <vt:lpstr>AST drevo</vt:lpstr>
      <vt:lpstr>GeoJSON</vt:lpstr>
      <vt:lpstr>Hvala za pozornost!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 Šignjar Žilavec</dc:creator>
  <cp:lastModifiedBy>Nik Šignjar Žilavec</cp:lastModifiedBy>
  <cp:revision>16</cp:revision>
  <dcterms:created xsi:type="dcterms:W3CDTF">2026-06-03T15:12:13Z</dcterms:created>
  <dcterms:modified xsi:type="dcterms:W3CDTF">2026-06-03T16:22:14Z</dcterms:modified>
</cp:coreProperties>
</file>