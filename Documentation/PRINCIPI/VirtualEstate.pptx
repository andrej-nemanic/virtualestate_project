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22" r:id="rId5"/>
    <p:sldId id="321" r:id="rId6"/>
    <p:sldId id="318" r:id="rId7"/>
    <p:sldId id="311" r:id="rId8"/>
    <p:sldId id="317" r:id="rId9"/>
    <p:sldId id="31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970AE0-735A-6352-86A1-BC74D3C69E6A}" v="690" dt="2026-05-26T20:00:33.524"/>
  </p1510:revLst>
</p1510:revInfo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26" autoAdjust="0"/>
    <p:restoredTop sz="95388" autoAdjust="0"/>
  </p:normalViewPr>
  <p:slideViewPr>
    <p:cSldViewPr snapToGrid="0">
      <p:cViewPr>
        <p:scale>
          <a:sx n="100" d="100"/>
          <a:sy n="100" d="100"/>
        </p:scale>
        <p:origin x="-610" y="-533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5/26/2026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5185821" cy="5253089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Digitalni </a:t>
            </a:r>
            <a:r>
              <a:rPr lang="en-US" dirty="0" err="1">
                <a:ea typeface="+mj-lt"/>
                <a:cs typeface="+mj-lt"/>
              </a:rPr>
              <a:t>dvojček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nepremičnin</a:t>
            </a:r>
            <a:endParaRPr lang="en-US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F3F794-2234-46D1-C2CA-634F7D02839C}"/>
              </a:ext>
            </a:extLst>
          </p:cNvPr>
          <p:cNvSpPr txBox="1"/>
          <p:nvPr/>
        </p:nvSpPr>
        <p:spPr>
          <a:xfrm>
            <a:off x="6096001" y="2224216"/>
            <a:ext cx="4880917" cy="92333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 err="1">
                <a:solidFill>
                  <a:schemeClr val="bg1"/>
                </a:solidFill>
              </a:rPr>
              <a:t>Člana</a:t>
            </a:r>
            <a:r>
              <a:rPr lang="en-GB" b="1" dirty="0">
                <a:solidFill>
                  <a:schemeClr val="bg1"/>
                </a:solidFill>
              </a:rPr>
              <a:t>: Andrej Nemanič, Nik </a:t>
            </a:r>
            <a:r>
              <a:rPr lang="en-GB" b="1" dirty="0" err="1">
                <a:solidFill>
                  <a:schemeClr val="bg1"/>
                </a:solidFill>
              </a:rPr>
              <a:t>Šignjar</a:t>
            </a:r>
            <a:r>
              <a:rPr lang="en-GB" b="1" dirty="0">
                <a:solidFill>
                  <a:schemeClr val="bg1"/>
                </a:solidFill>
              </a:rPr>
              <a:t> </a:t>
            </a:r>
            <a:r>
              <a:rPr lang="en-GB" b="1" dirty="0" err="1">
                <a:solidFill>
                  <a:schemeClr val="bg1"/>
                </a:solidFill>
              </a:rPr>
              <a:t>Žilavec</a:t>
            </a:r>
            <a:endParaRPr lang="en-GB" b="1" dirty="0">
              <a:solidFill>
                <a:schemeClr val="bg1"/>
              </a:solidFill>
            </a:endParaRPr>
          </a:p>
          <a:p>
            <a:r>
              <a:rPr lang="en-GB" b="1">
                <a:solidFill>
                  <a:schemeClr val="bg1"/>
                </a:solidFill>
              </a:rPr>
              <a:t>Mentor: Matej Moravec</a:t>
            </a:r>
          </a:p>
          <a:p>
            <a:r>
              <a:rPr lang="en-GB" b="1">
                <a:solidFill>
                  <a:schemeClr val="bg1"/>
                </a:solidFill>
              </a:rPr>
              <a:t>Datum: 4.6.2026</a:t>
            </a:r>
            <a:endParaRPr lang="en-GB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4640418" cy="5407091"/>
          </a:xfrm>
        </p:spPr>
        <p:txBody>
          <a:bodyPr/>
          <a:lstStyle/>
          <a:p>
            <a:r>
              <a:rPr lang="en-US" dirty="0"/>
              <a:t>Razvoj </a:t>
            </a:r>
            <a:r>
              <a:rPr lang="en-US" dirty="0" err="1"/>
              <a:t>namizne</a:t>
            </a:r>
            <a:r>
              <a:rPr lang="en-US" dirty="0"/>
              <a:t> </a:t>
            </a:r>
            <a:r>
              <a:rPr lang="en-US" dirty="0" err="1"/>
              <a:t>aplikacije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88461" y="737115"/>
            <a:ext cx="4449712" cy="5407091"/>
          </a:xfrm>
        </p:spPr>
        <p:txBody>
          <a:bodyPr/>
          <a:lstStyle/>
          <a:p>
            <a:r>
              <a:rPr lang="en-US" dirty="0" err="1"/>
              <a:t>Tematika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 in </a:t>
            </a:r>
            <a:r>
              <a:rPr lang="en-US" dirty="0" err="1"/>
              <a:t>kratek</a:t>
            </a:r>
            <a:r>
              <a:rPr lang="en-US" dirty="0"/>
              <a:t> </a:t>
            </a:r>
            <a:r>
              <a:rPr lang="en-US" dirty="0" err="1"/>
              <a:t>opis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Opis </a:t>
            </a:r>
            <a:r>
              <a:rPr lang="en-US" dirty="0" err="1">
                <a:ea typeface="+mn-lt"/>
                <a:cs typeface="+mn-lt"/>
              </a:rPr>
              <a:t>strukture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podatkov</a:t>
            </a:r>
          </a:p>
          <a:p>
            <a:r>
              <a:rPr lang="en-US" dirty="0" err="1"/>
              <a:t>Prikaz</a:t>
            </a:r>
            <a:r>
              <a:rPr lang="en-US" dirty="0"/>
              <a:t> </a:t>
            </a:r>
            <a:r>
              <a:rPr lang="en-US" dirty="0" err="1"/>
              <a:t>delovanja</a:t>
            </a:r>
            <a:r>
              <a:rPr lang="en-US" dirty="0"/>
              <a:t> </a:t>
            </a:r>
            <a:r>
              <a:rPr lang="en-US" dirty="0" err="1"/>
              <a:t>namizne</a:t>
            </a:r>
            <a:r>
              <a:rPr lang="en-US" dirty="0"/>
              <a:t> </a:t>
            </a:r>
            <a:r>
              <a:rPr lang="en-US" dirty="0" err="1"/>
              <a:t>aplikacije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en-US" dirty="0" err="1">
                <a:latin typeface="Tisa Offc Serif Pro"/>
              </a:rPr>
              <a:t>Tematika</a:t>
            </a:r>
            <a:r>
              <a:rPr lang="en-US" dirty="0">
                <a:latin typeface="Tisa Offc Serif Pro"/>
              </a:rPr>
              <a:t> </a:t>
            </a:r>
            <a:r>
              <a:rPr lang="en-US" dirty="0" err="1">
                <a:latin typeface="Tisa Offc Serif Pro"/>
              </a:rPr>
              <a:t>projekta</a:t>
            </a:r>
            <a:r>
              <a:rPr lang="en-US" dirty="0">
                <a:latin typeface="Tisa Offc Serif Pro"/>
              </a:rPr>
              <a:t> in </a:t>
            </a:r>
            <a:r>
              <a:rPr lang="en-US" dirty="0" err="1">
                <a:latin typeface="Tisa Offc Serif Pro"/>
              </a:rPr>
              <a:t>kratek</a:t>
            </a:r>
            <a:r>
              <a:rPr lang="en-US" dirty="0">
                <a:latin typeface="Tisa Offc Serif Pro"/>
              </a:rPr>
              <a:t> </a:t>
            </a:r>
            <a:r>
              <a:rPr lang="en-US" dirty="0" err="1">
                <a:latin typeface="Tisa Offc Serif Pro"/>
              </a:rPr>
              <a:t>opis</a:t>
            </a:r>
            <a:endParaRPr lang="en-ZA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119463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 err="1"/>
              <a:t>Tematika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: </a:t>
            </a:r>
            <a:r>
              <a:rPr lang="en-US" dirty="0" err="1"/>
              <a:t>Pametno</a:t>
            </a:r>
            <a:r>
              <a:rPr lang="en-US" dirty="0"/>
              <a:t> 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nepremičnin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Projekt </a:t>
            </a:r>
            <a:r>
              <a:rPr lang="en-US" dirty="0" err="1">
                <a:ea typeface="+mn-lt"/>
                <a:cs typeface="+mn-lt"/>
              </a:rPr>
              <a:t>rešuje</a:t>
            </a:r>
            <a:r>
              <a:rPr lang="en-US" dirty="0">
                <a:ea typeface="+mn-lt"/>
                <a:cs typeface="+mn-lt"/>
              </a:rPr>
              <a:t> problem </a:t>
            </a:r>
            <a:r>
              <a:rPr lang="en-US" dirty="0" err="1">
                <a:ea typeface="+mn-lt"/>
                <a:cs typeface="+mn-lt"/>
              </a:rPr>
              <a:t>centraliziranega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zbiranja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generiranja</a:t>
            </a:r>
            <a:r>
              <a:rPr lang="en-US" dirty="0">
                <a:ea typeface="+mn-lt"/>
                <a:cs typeface="+mn-lt"/>
              </a:rPr>
              <a:t> in </a:t>
            </a:r>
            <a:r>
              <a:rPr lang="en-US" dirty="0" err="1">
                <a:ea typeface="+mn-lt"/>
                <a:cs typeface="+mn-lt"/>
              </a:rPr>
              <a:t>urejanja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nepremičninskih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oglasov</a:t>
            </a:r>
            <a:r>
              <a:rPr lang="en-US" dirty="0">
                <a:ea typeface="+mn-lt"/>
                <a:cs typeface="+mn-lt"/>
              </a:rPr>
              <a:t> ter </a:t>
            </a:r>
            <a:r>
              <a:rPr lang="en-US" dirty="0" err="1">
                <a:ea typeface="+mn-lt"/>
                <a:cs typeface="+mn-lt"/>
              </a:rPr>
              <a:t>uporabniških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računov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iz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različnih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spletnih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virov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 err="1">
                <a:ea typeface="+mn-lt"/>
                <a:cs typeface="+mn-lt"/>
              </a:rPr>
              <a:t>Jedro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sistema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predstavlja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namizna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aplikacija</a:t>
            </a:r>
            <a:r>
              <a:rPr lang="en-US" dirty="0">
                <a:ea typeface="+mn-lt"/>
                <a:cs typeface="+mn-lt"/>
              </a:rPr>
              <a:t>, ki </a:t>
            </a:r>
            <a:r>
              <a:rPr lang="en-US" dirty="0" err="1">
                <a:ea typeface="+mn-lt"/>
                <a:cs typeface="+mn-lt"/>
              </a:rPr>
              <a:t>deluje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administratorski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vmesnik</a:t>
            </a:r>
            <a:r>
              <a:rPr lang="en-US" dirty="0">
                <a:ea typeface="+mn-lt"/>
                <a:cs typeface="+mn-lt"/>
              </a:rPr>
              <a:t> (Dashboard) za </a:t>
            </a:r>
            <a:r>
              <a:rPr lang="en-US" dirty="0" err="1">
                <a:ea typeface="+mn-lt"/>
                <a:cs typeface="+mn-lt"/>
              </a:rPr>
              <a:t>zaledni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sistem</a:t>
            </a:r>
            <a:r>
              <a:rPr lang="en-US" dirty="0">
                <a:ea typeface="+mn-lt"/>
                <a:cs typeface="+mn-lt"/>
              </a:rPr>
              <a:t> (REST API).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7BF639-9897-7AC5-9AE9-B87BE1DE7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anchor="ctr">
            <a:normAutofit/>
          </a:bodyPr>
          <a:lstStyle/>
          <a:p>
            <a:r>
              <a:rPr lang="en-US" dirty="0" err="1"/>
              <a:t>Opis</a:t>
            </a:r>
            <a:r>
              <a:rPr lang="en-US" dirty="0"/>
              <a:t> </a:t>
            </a:r>
            <a:r>
              <a:rPr lang="en-US" dirty="0" err="1"/>
              <a:t>strukture</a:t>
            </a:r>
            <a:r>
              <a:rPr lang="en-US" dirty="0"/>
              <a:t> </a:t>
            </a:r>
            <a:r>
              <a:rPr lang="en-US" dirty="0" err="1"/>
              <a:t>podatkov</a:t>
            </a:r>
            <a:endParaRPr lang="en-ZA" dirty="0" err="1"/>
          </a:p>
        </p:txBody>
      </p:sp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71E51213-D100-90D1-B466-1A827F1AD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814" y="2721462"/>
            <a:ext cx="4627186" cy="2791341"/>
          </a:xfrm>
          <a:prstGeom prst="rect">
            <a:avLst/>
          </a:prstGeom>
          <a:noFill/>
        </p:spPr>
      </p:pic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EE47BE5-9B7C-A659-526D-A3E717B28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093" y="2057401"/>
            <a:ext cx="4081583" cy="4119463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44EDC2-BFBF-920F-CB70-9AF73246605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23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1334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4" y="690511"/>
            <a:ext cx="4964671" cy="5253089"/>
          </a:xfrm>
        </p:spPr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ECFE66-A9E7-A365-967B-2FD670CB392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82286" y="690465"/>
            <a:ext cx="4784372" cy="5253089"/>
          </a:xfrm>
        </p:spPr>
        <p:txBody>
          <a:bodyPr/>
          <a:lstStyle/>
          <a:p>
            <a:r>
              <a:rPr lang="en-US" dirty="0"/>
              <a:t>Andrej Nemanič, Nik Šignjar </a:t>
            </a:r>
            <a:r>
              <a:rPr lang="en-US" dirty="0" err="1"/>
              <a:t>Žilavec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DD27D0-5B6E-4A0E-95B2-BB37F9D8861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98CD342-50C4-441F-B4A3-7D5ADB0571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AE0208-DBD5-43E1-AC6B-D2AD9623F0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419</Words>
  <Application>Microsoft Office PowerPoint</Application>
  <PresentationFormat>Widescreen</PresentationFormat>
  <Paragraphs>118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Custom</vt:lpstr>
      <vt:lpstr>Digitalni dvojček nepremičnin</vt:lpstr>
      <vt:lpstr>Razvoj namizne aplikacije</vt:lpstr>
      <vt:lpstr>Tematika projekta in kratek opis</vt:lpstr>
      <vt:lpstr>Opis strukture podatkov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131</cp:revision>
  <dcterms:created xsi:type="dcterms:W3CDTF">2026-05-26T19:26:29Z</dcterms:created>
  <dcterms:modified xsi:type="dcterms:W3CDTF">2026-05-26T20:08:57Z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